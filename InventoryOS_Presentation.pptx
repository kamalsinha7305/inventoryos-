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5752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📦 InventoryOS</a:t>
            </a:r>
          </a:p>
          <a:p>
            <a:pPr algn="ctr">
              <a:defRPr sz="2000">
                <a:solidFill>
                  <a:srgbClr val="93C5FD"/>
                </a:solidFill>
              </a:defRPr>
            </a:pPr>
            <a:r>
              <a:t>Smart Full-Stack Inventory Management System</a:t>
            </a:r>
          </a:p>
          <a:p>
            <a:br/>
            <a:pPr algn="ctr">
              <a:defRPr sz="1300">
                <a:solidFill>
                  <a:srgbClr val="CBD5E1"/>
                </a:solidFill>
              </a:defRPr>
            </a:pPr>
            <a:r>
              <a:t>Real-Time Stock Analytics • Multi-Warehouse Capacity Tracking • Role-Based Security</a:t>
            </a:r>
            <a:br/>
            <a:r>
              <a:t>Angular 15 Frontend • Spring Boot 3 Backend • Derby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INVENTORYOS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 &amp; Role-Based Access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🛡️ Admin Role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Full System Control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• User management &amp; role assignment</a:t>
            </a:r>
            <a:br/>
            <a:r>
              <a:t>• Product &amp; warehouse deletion</a:t>
            </a:r>
            <a:br/>
            <a:r>
              <a:t>• Purchase order approvals</a:t>
            </a:r>
            <a:br/>
            <a:r>
              <a:t>• Complete system settings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💼 Manager Role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Inventory Operations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• Stock management &amp; updates</a:t>
            </a:r>
            <a:br/>
            <a:r>
              <a:t>• Create products &amp; warehouses</a:t>
            </a:r>
            <a:br/>
            <a:r>
              <a:t>• Issue new Purchase Orders</a:t>
            </a:r>
            <a:br/>
            <a:r>
              <a:t>• View real-time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👁️ Executive Role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Read-Only Analytics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• View live KPI dashboards</a:t>
            </a:r>
            <a:br/>
            <a:r>
              <a:t>• Inspect warehouse utilization</a:t>
            </a:r>
            <a:br/>
            <a:r>
              <a:t>• Monitor valuation trend graphs</a:t>
            </a:r>
            <a:br/>
            <a:r>
              <a:t>• Report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SCREEN OVERVIEW &amp; FEATURE BREAKDOWN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Screen 1: User Login Screen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Key Features &amp; UI Highlights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55/45 Split-Panel Layout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Sleek left purple gradient branding panel paired with clean form controls.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Quick Role Shortcuts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Click-to-fill demo credentials for Admin, Manager, and Executive without auto-submitting.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JWT Token Security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Authenticates against Spring Boot backend and stores encrypted JWT in local storage.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577840" cy="4846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📷</a:t>
            </a:r>
          </a:p>
          <a:p>
            <a:pPr algn="ctr">
              <a:defRPr sz="1400" b="1">
                <a:solidFill>
                  <a:srgbClr val="2563EB"/>
                </a:solidFill>
              </a:defRPr>
            </a:pPr>
            <a:r>
              <a:t>[ Insert Screenshot Here ]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Screen: User Login Page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SCREEN OVERVIEW &amp; FEATURE BREAKDOWN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Screen 2: Create Account / Registration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Key Features &amp; UI Highlights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Role Selector Grid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Interactive cards to pick Admin, Manager, or Executive role during account setup.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Real-Time Form Validation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Displays immediate feedback for required fields and invalid email formats.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Backend Dynamic Assign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Directly binds selected role to newly registered database user record.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577840" cy="4846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📷</a:t>
            </a:r>
          </a:p>
          <a:p>
            <a:pPr algn="ctr">
              <a:defRPr sz="1400" b="1">
                <a:solidFill>
                  <a:srgbClr val="2563EB"/>
                </a:solidFill>
              </a:defRPr>
            </a:pPr>
            <a:r>
              <a:t>[ Insert Screenshot Here ]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Screen: Create Account 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SCREEN OVERVIEW &amp; FEATURE BREAKDOWN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Screen 3: Executive Analytics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Key Features &amp; UI Highlights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KPI Metric Cards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Live counts for Total Products, Total Valuation ($2.3M+), Low Stock Items, and Pending POs.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Health Score Donut Meter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SVG circular gauge with upright percentage text calculating inventory health.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Valuation Trajectory Curve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6-Month area trend graph showing capital growth (+15.4%).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577840" cy="4846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📷</a:t>
            </a:r>
          </a:p>
          <a:p>
            <a:pPr algn="ctr">
              <a:defRPr sz="1400" b="1">
                <a:solidFill>
                  <a:srgbClr val="2563EB"/>
                </a:solidFill>
              </a:defRPr>
            </a:pPr>
            <a:r>
              <a:t>[ Insert Screenshot Here ]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Screen: Main Executive Dashboard Page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SCREEN OVERVIEW &amp; FEATURE BREAKDOWN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Screen 4: Warehouse Management 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Key Features &amp; UI Highlights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Capacity Utilization Bars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Color-coded progress indicators (&lt;70% Green, 70-90% Amber, &gt;90% Red).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Warehouse Details Link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Quick access to inspect specific storage locations and assigned stock.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Multi-Warehouse Support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Centralized view of storage facilities across regions.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577840" cy="4846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📷</a:t>
            </a:r>
          </a:p>
          <a:p>
            <a:pPr algn="ctr">
              <a:defRPr sz="1400" b="1">
                <a:solidFill>
                  <a:srgbClr val="2563EB"/>
                </a:solidFill>
              </a:defRPr>
            </a:pPr>
            <a:r>
              <a:t>[ Insert Screenshot Here ]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Screen: Warehouse List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SCREEN OVERVIEW &amp; FEATURE BREAKDOWN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Screen 5: Warehouse Details &amp; Capacity 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Key Features &amp; UI Highlights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Visual Capacity Ring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Circular meter displaying used vs total capacity (e.g. 29/30 units used).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Property Grid Alignment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Clean multi-column layout showing Location, Status, and Capacity breakdown.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Assigned Product Inventory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Detailed table listing all products housed inside the selected warehouse.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577840" cy="4846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📷</a:t>
            </a:r>
          </a:p>
          <a:p>
            <a:pPr algn="ctr">
              <a:defRPr sz="1400" b="1">
                <a:solidFill>
                  <a:srgbClr val="2563EB"/>
                </a:solidFill>
              </a:defRPr>
            </a:pPr>
            <a:r>
              <a:t>[ Insert Screenshot Here ]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Screen: Warehouse Details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SCREEN OVERVIEW &amp; FEATURE BREAKDOWN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Screen 6: Product Catalog &amp; Live Search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Key Features &amp; UI Highlights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Real-Time Search Bar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Instant client-side filter by product name, SKU, category, or supplier.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Low-Stock Warning Tags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Automatic visual highlights for items below reorder threshold.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Stock Level Gauges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Visual quantity meters and unit price calculations.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577840" cy="4846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📷</a:t>
            </a:r>
          </a:p>
          <a:p>
            <a:pPr algn="ctr">
              <a:defRPr sz="1400" b="1">
                <a:solidFill>
                  <a:srgbClr val="2563EB"/>
                </a:solidFill>
              </a:defRPr>
            </a:pPr>
            <a:r>
              <a:t>[ Insert Screenshot Here ]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Screen: Product List Page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SCREEN OVERVIEW &amp; FEATURE BREAKDOWN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Screen 7: Purchase Orders &amp; Replenishment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Key Features &amp; UI Highlights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Pending Order Tracking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Tracks purchase orders issued to suppliers awaiting delivery.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Automated Approval Workflow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Approving a PO auto-increments product stock &amp; updates warehouse space.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Supplier &amp; Unit Cost Tracking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Complete audit trail for purchasing and stock replenishment.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577840" cy="4846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📷</a:t>
            </a:r>
          </a:p>
          <a:p>
            <a:pPr algn="ctr">
              <a:defRPr sz="1400" b="1">
                <a:solidFill>
                  <a:srgbClr val="2563EB"/>
                </a:solidFill>
              </a:defRPr>
            </a:pPr>
            <a:r>
              <a:t>[ Insert Screenshot Here ]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Screen: Purchase Orders Page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Summary &amp; Project Achievements</a:t>
            </a:r>
          </a:p>
          <a:p>
            <a:br/>
            <a:pPr algn="l">
              <a:defRPr sz="1500">
                <a:solidFill>
                  <a:srgbClr val="E2E8F0"/>
                </a:solidFill>
              </a:defRPr>
            </a:pPr>
            <a:r>
              <a:t>✅ Modern SaaS Visual Design: Glassmorphic cards, custom SVG charts, 55/45 split auth panels.</a:t>
            </a:r>
          </a:p>
          <a:p>
            <a:br/>
            <a:pPr algn="l">
              <a:defRPr sz="1500">
                <a:solidFill>
                  <a:srgbClr val="E2E8F0"/>
                </a:solidFill>
              </a:defRPr>
            </a:pPr>
            <a:r>
              <a:t>✅ Full-Stack Integration: Angular 15 reactive forms linked to Spring Boot 3 REST API &amp; Derby DB.</a:t>
            </a:r>
          </a:p>
          <a:p>
            <a:br/>
            <a:pPr algn="l">
              <a:defRPr sz="1500">
                <a:solidFill>
                  <a:srgbClr val="E2E8F0"/>
                </a:solidFill>
              </a:defRPr>
            </a:pPr>
            <a:r>
              <a:t>✅ Role-Based Workflows: Custom permissions for Admin, Manager, and Executive accounts.</a:t>
            </a:r>
          </a:p>
          <a:p>
            <a:br/>
            <a:pPr algn="l">
              <a:defRPr sz="1500">
                <a:solidFill>
                  <a:srgbClr val="E2E8F0"/>
                </a:solidFill>
              </a:defRPr>
            </a:pPr>
            <a:r>
              <a:t>✅ Automated PO Replenishment: Auto-increments stock levels and recalculates warehouse capacity.</a:t>
            </a:r>
          </a:p>
          <a:p>
            <a:br/>
            <a:pPr algn="l">
              <a:defRPr sz="1500">
                <a:solidFill>
                  <a:srgbClr val="E2E8F0"/>
                </a:solidFill>
              </a:defRPr>
            </a:pPr>
            <a:r>
              <a:t>✅ Ready for Presentation: Pre-formatted screenshot placeholders on all screen slides.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